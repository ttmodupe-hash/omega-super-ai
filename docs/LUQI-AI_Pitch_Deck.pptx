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Luqi-AI: Africa's Sovereign Engine for Global Tech &amp; Engineering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 elite, multi-agent virtual laboratory and companion application built in Africa, for the whole world.</a:t>
            </a:r>
          </a:p>
          <a:p/>
          <a:p>
            <a:r>
              <a:t>Vision: Turning affordable smartphones into 4D laboratory environments - every student gets a personal AI mentor (Jarvis) and sandbox workspace.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Resource Deficit: no physical labs, routers, or servers in millions of schools.</a:t>
            </a:r>
          </a:p>
          <a:p/>
          <a:p>
            <a:r>
              <a:t>Global Mismatch: Western platforms are data-heavy, culturally foreign, dollar-priced.</a:t>
            </a:r>
          </a:p>
          <a:p/>
          <a:p>
            <a:r>
              <a:t>Engineering Gap: video/text e-learning cannot teach hands-on muscle memory.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Jarvis Companion: voice AI with Mandela &amp; Madikizela-Mandela cadences.</a:t>
            </a:r>
          </a:p>
          <a:p/>
          <a:p>
            <a:r>
              <a:t>4D Virtual Sandboxes: WASM + containers - compile code, run simulations in any browser.</a:t>
            </a:r>
          </a:p>
          <a:p/>
          <a:p>
            <a:r>
              <a:t>70/30 Autonomy: agents run 70% of operations; 30% locked behind a Human-in-the-Loop gate.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- The Cross-Continental Flywheel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Premium Global Tier: US/EU/CN/RU subscribers fund the ecosystem.</a:t>
            </a:r>
          </a:p>
          <a:p/>
          <a:p>
            <a:r>
              <a:t>Subsidized African Tier: global profits pay LLM tokens for free African schools.</a:t>
            </a:r>
          </a:p>
          <a:p/>
          <a:p>
            <a:r>
              <a:t>Micro-Payments: TVET &amp; varsity students buy lab modules via M-Pesa.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